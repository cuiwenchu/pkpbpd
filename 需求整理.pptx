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15B6C-A7CA-CA32-D876-985E91FBB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0017A42-19E7-CA68-E3B2-3E9BAC018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1C954C-84C0-60D2-DBB4-1647318A2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E3A6-D279-416C-BBCC-EECBF6604DA3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FF386D-02DF-1D20-074F-8C169CAD4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5F14C5-A537-6B9B-2B88-48E0DD540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814-A795-4653-A3EE-CCA58A576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005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9B06E8-35EF-0B44-9FCC-53532A86D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557D4C-2F12-EAD9-2B02-D53817978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3BA98C-7FBD-3612-01A0-E70A7ACC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E3A6-D279-416C-BBCC-EECBF6604DA3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46B187-2241-D5DE-9426-52EE8F9F7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75240C-4238-4DA1-ABDA-1F1EC500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814-A795-4653-A3EE-CCA58A576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31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BAE54D-5DCA-F644-169E-E9D9D80CF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979B30-6DFF-F7D9-DFFD-A40F37A72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E60752-E3BA-D663-BD55-D358B8CA9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E3A6-D279-416C-BBCC-EECBF6604DA3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049CFC-7833-ED03-03A9-E47157F9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9B7D67-0B42-9629-D461-556D5FBC7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814-A795-4653-A3EE-CCA58A576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823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3E723B-211C-CCA2-C757-1DE050FCE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559E63-09F4-E2E6-F18F-50127A357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99465D-1F0C-F251-2B27-E68F1FFF6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C8E399-D08A-54BB-CC58-718F53CB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E3A6-D279-416C-BBCC-EECBF6604DA3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7CCDF6-BE8D-9C22-589C-891170105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C43028-E218-3F42-90D1-F09D3C5E3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814-A795-4653-A3EE-CCA58A576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328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F4C14-D0F3-AC19-006F-DE4D15332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8D4AF-2361-F25F-F045-05016D486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147C88-5C77-20A3-8962-EBBA8BD85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6C20E37-1E26-224D-E434-3C171B247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F918B39-91DA-C7AF-D0CA-90487617A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0193B16-927A-9A81-9EB7-F41109567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E3A6-D279-416C-BBCC-EECBF6604DA3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58B43C-1ADC-64DA-BF31-2B5F0BCBD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6CD058-232A-17CF-D857-B58D46BA1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814-A795-4653-A3EE-CCA58A576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560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630D31-5BC9-0AFD-711E-41AA60BF7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78048C-CB32-ABAF-2D4B-ED7A44E96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E3A6-D279-416C-BBCC-EECBF6604DA3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E5EDE2-4160-C2A7-E728-FD0A34B32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4545C2-94F3-DA76-5B66-F6FEDA30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814-A795-4653-A3EE-CCA58A576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584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A58137-461C-588C-9B4E-64B4452EB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E3A6-D279-416C-BBCC-EECBF6604DA3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8DB65F-240E-6240-2085-B014602D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9F6CE3-42BD-32B3-B64F-9BE1C864F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814-A795-4653-A3EE-CCA58A576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08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005030-3119-6F6E-C51D-B04F92302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253FED-F5B9-84F0-1922-6D7042160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23A579-3801-331D-5A85-21F0C8BDA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5BF5E9-8F84-E9D8-FDB5-DA281BB29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E3A6-D279-416C-BBCC-EECBF6604DA3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AD5F7F-35AA-C76F-0364-47E61833E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265FCA-2832-07AF-90AB-D8DB6A5DF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814-A795-4653-A3EE-CCA58A576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672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E43507-0A17-0EFE-AAA6-6D1C65EC1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FF3B7F-1C99-C992-12FC-EBC2894D9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849E57-F952-87FE-FD30-C4DDFB82E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2680E5-D85E-C7CE-3C29-1A6EEDC9F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E3A6-D279-416C-BBCC-EECBF6604DA3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B547D2-4D39-EA69-0BFD-E1B636CEB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666B86-D784-8319-D8D3-B3E1F6B4E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814-A795-4653-A3EE-CCA58A576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83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70948-2A4B-FB32-DF5D-56B824AB9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B08C3F-BBE1-1CE0-188E-7B5484425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47B208-2545-018C-E58E-DEE14AF38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E3A6-D279-416C-BBCC-EECBF6604DA3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037CE6-388D-CB4F-BD40-B6F24F935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A91ABB-A692-AEC9-B8FF-EE5C0BC7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814-A795-4653-A3EE-CCA58A576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77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383250-9EE3-EA3D-99A2-9D666ECE94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7AA52E-F1C0-4FBF-F268-C0717E99D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8F6008-B6A1-CC73-584F-3AAAA0C0A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E3A6-D279-416C-BBCC-EECBF6604DA3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61279F-5B33-CD97-C870-C17D2CF37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B36573-8B32-B32F-A629-B369BDF30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4F814-A795-4653-A3EE-CCA58A576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04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18D7F4-88D9-18DE-7F6D-F1D75D006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7B8654-1BEF-AD75-21C5-F3BC130BD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A340D1-0F8F-AD17-8A47-4CBAA06E9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DE3A6-D279-416C-BBCC-EECBF6604DA3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B65D62-5FBA-FD42-9F4F-488E05A669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76DDDA-B6D4-0B28-3920-D15EBFE52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74F814-A795-4653-A3EE-CCA58A576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027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9DADEC3-1074-7794-A800-D9F4AF536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478" y="794588"/>
            <a:ext cx="9879044" cy="526882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4A44999-FB60-F758-4FFF-3133C5ABD447}"/>
              </a:ext>
            </a:extLst>
          </p:cNvPr>
          <p:cNvSpPr txBox="1"/>
          <p:nvPr/>
        </p:nvSpPr>
        <p:spPr>
          <a:xfrm>
            <a:off x="419878" y="289249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红色框是需求方业务部的要求</a:t>
            </a:r>
          </a:p>
        </p:txBody>
      </p:sp>
    </p:spTree>
    <p:extLst>
      <p:ext uri="{BB962C8B-B14F-4D97-AF65-F5344CB8AC3E}">
        <p14:creationId xmlns:p14="http://schemas.microsoft.com/office/powerpoint/2010/main" val="326454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FF594AF-CD6C-09FF-3143-CC940C67A17B}"/>
              </a:ext>
            </a:extLst>
          </p:cNvPr>
          <p:cNvSpPr txBox="1"/>
          <p:nvPr/>
        </p:nvSpPr>
        <p:spPr>
          <a:xfrm>
            <a:off x="419878" y="401216"/>
            <a:ext cx="7571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服药后，在体内吸收溶解的报表，肠道，血管，心脏等不同的区域的吸收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6BA1196-9C0A-DDCA-2386-D70D23B6A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251" y="1192555"/>
            <a:ext cx="9660517" cy="491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384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4F5F28F-AB40-92C1-2744-9F29D3F6A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476" y="595666"/>
            <a:ext cx="9219048" cy="5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8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7142A23-154F-FB28-2210-0A1C57C51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954" y="1348445"/>
            <a:ext cx="10073951" cy="456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169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6DF6472-824F-24ED-EB70-A42E925BF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7415"/>
            <a:ext cx="12192000" cy="536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87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709B8AE-2DF4-C11C-882F-441B307B5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320" y="2851471"/>
            <a:ext cx="4165409" cy="32087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1736A5-CDF8-4172-073A-54DDBDE02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615" y="2686277"/>
            <a:ext cx="4165409" cy="353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592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29</Words>
  <Application>Microsoft Office PowerPoint</Application>
  <PresentationFormat>宽屏</PresentationFormat>
  <Paragraphs>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문출 최</dc:creator>
  <cp:lastModifiedBy>문출 최</cp:lastModifiedBy>
  <cp:revision>3</cp:revision>
  <dcterms:created xsi:type="dcterms:W3CDTF">2026-03-18T01:26:39Z</dcterms:created>
  <dcterms:modified xsi:type="dcterms:W3CDTF">2026-03-18T04:08:47Z</dcterms:modified>
</cp:coreProperties>
</file>